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95947d8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95947d8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95947d86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95947d86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95947d86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95947d86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95947d8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95947d8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95947d86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95947d86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95947d86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95947d8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95947d8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95947d8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95947d86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95947d8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95947d86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95947d86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 rot="-1504985">
            <a:off x="539935" y="1805702"/>
            <a:ext cx="8502541" cy="11081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FF0000"/>
                </a:solidFill>
                <a:highlight>
                  <a:schemeClr val="lt1"/>
                </a:highlight>
              </a:rPr>
              <a:t>슈퍼 AAAAAAA급 게임</a:t>
            </a:r>
            <a:endParaRPr sz="60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221850" y="4404600"/>
            <a:ext cx="364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highlight>
                  <a:schemeClr val="lt1"/>
                </a:highlight>
              </a:rPr>
              <a:t>(구)죠낸10조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highlight>
                  <a:schemeClr val="lt1"/>
                </a:highlight>
              </a:rPr>
              <a:t>죠낸~10~어렵조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25" y="1027100"/>
            <a:ext cx="147637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25" y="3546525"/>
            <a:ext cx="147637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546525"/>
            <a:ext cx="147637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027100"/>
            <a:ext cx="1476375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688600" y="1415125"/>
            <a:ext cx="267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팀장 막말의 김진우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“그것도 몰라요?”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048375" y="1430521"/>
            <a:ext cx="3169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팀원 빡대가리 조민솔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“저는 빡대가리에요 ㅠㅠ”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688600" y="3724350"/>
            <a:ext cx="2796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팀원 뻐큐맨 임현우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10조(죠낸10조) 지은이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 공식 치어리더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048375" y="3934550"/>
            <a:ext cx="309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팀원 밝히는 박찬형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“분명 치어리더라고 했는데”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팀원 소개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소개 : Super EZ RPG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[플레이 영상 삽입]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Scene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Img2Ascii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SoundPlayer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Combat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Mercenary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ko">
                <a:solidFill>
                  <a:schemeClr val="dk1"/>
                </a:solidFill>
              </a:rPr>
              <a:t>TargetingValidator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Skill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Item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075" y="1152475"/>
            <a:ext cx="3173800" cy="31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SceneSystem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00" y="1543925"/>
            <a:ext cx="38385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000" y="1439275"/>
            <a:ext cx="4504324" cy="26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 rot="-1341132">
            <a:off x="6678130" y="2818478"/>
            <a:ext cx="2242709" cy="4618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1"/>
                </a:highlight>
              </a:rPr>
              <a:t>Main이 짧아졌어요!</a:t>
            </a:r>
            <a:endParaRPr sz="1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Img2Ascii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6450"/>
            <a:ext cx="3886876" cy="287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875" y="2434825"/>
            <a:ext cx="5257125" cy="270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6875" y="956450"/>
            <a:ext cx="2089625" cy="14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800" y="3830900"/>
            <a:ext cx="2991075" cy="13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6500" y="956449"/>
            <a:ext cx="1585875" cy="14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SoundPlayer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1017725"/>
            <a:ext cx="530117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117" y="3332075"/>
            <a:ext cx="2743674" cy="15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6003250" y="1300825"/>
            <a:ext cx="286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설치 패키지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NAudio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Combat System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75" y="1017725"/>
            <a:ext cx="4422901" cy="7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076" y="1857925"/>
            <a:ext cx="4159224" cy="3246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0250" y="1017725"/>
            <a:ext cx="3777009" cy="40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</a:t>
            </a:r>
            <a:r>
              <a:rPr lang="ko"/>
              <a:t>Mercenary System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6300"/>
            <a:ext cx="3077525" cy="242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0175" y="2814750"/>
            <a:ext cx="4614275" cy="20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4250" y="1086300"/>
            <a:ext cx="2784750" cy="341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925" y="1086300"/>
            <a:ext cx="2824525" cy="17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핵심기능 : TargetingValidator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00" y="1192550"/>
            <a:ext cx="3540750" cy="17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800" y="1132750"/>
            <a:ext cx="31527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2800" y="2305788"/>
            <a:ext cx="2962275" cy="35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2"/>
          <p:cNvCxnSpPr>
            <a:stCxn id="131" idx="3"/>
            <a:endCxn id="132" idx="1"/>
          </p:cNvCxnSpPr>
          <p:nvPr/>
        </p:nvCxnSpPr>
        <p:spPr>
          <a:xfrm flipH="1" rot="10800000">
            <a:off x="3879950" y="1309000"/>
            <a:ext cx="1602900" cy="74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2"/>
          <p:cNvCxnSpPr>
            <a:stCxn id="131" idx="3"/>
            <a:endCxn id="133" idx="1"/>
          </p:cNvCxnSpPr>
          <p:nvPr/>
        </p:nvCxnSpPr>
        <p:spPr>
          <a:xfrm>
            <a:off x="3879950" y="2058400"/>
            <a:ext cx="16029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6" name="Google Shape;13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2850" y="3856875"/>
            <a:ext cx="2695575" cy="923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2"/>
          <p:cNvCxnSpPr>
            <a:stCxn id="131" idx="3"/>
          </p:cNvCxnSpPr>
          <p:nvPr/>
        </p:nvCxnSpPr>
        <p:spPr>
          <a:xfrm>
            <a:off x="3879950" y="2058400"/>
            <a:ext cx="844800" cy="7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8" name="Google Shape;13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4025" y="2731350"/>
            <a:ext cx="1476375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6100400" y="2923250"/>
            <a:ext cx="2220300" cy="516000"/>
          </a:xfrm>
          <a:prstGeom prst="wedgeEllipseCallout">
            <a:avLst>
              <a:gd fmla="val -74916" name="adj1"/>
              <a:gd fmla="val 6011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미안</a:t>
            </a:r>
            <a:br>
              <a:rPr lang="ko"/>
            </a:br>
            <a:r>
              <a:rPr lang="ko"/>
              <a:t>이미 만들었어ㅎ</a:t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3293063" y="3442400"/>
            <a:ext cx="2093310" cy="1113912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</a:rPr>
              <a:t>BLOCK!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4268800" y="1230400"/>
            <a:ext cx="6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상속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572000" y="1904775"/>
            <a:ext cx="6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상속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4268800" y="2731350"/>
            <a:ext cx="6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상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